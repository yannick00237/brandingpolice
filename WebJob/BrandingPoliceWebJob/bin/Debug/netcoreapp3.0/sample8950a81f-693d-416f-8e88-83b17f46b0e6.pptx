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3C2E-9056-4571-9562-E53F7E7B9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77834-E472-4EB3-B9F5-352F63513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4E030-75FB-4669-BFC5-E553B89AC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ED9AB-E7CB-462A-AFB4-ABFE91B3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E1472-F5CF-4178-8CBD-51A1EB69B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82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42EC-B6DF-4EF3-B4B7-862F8D26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9D99B-CB6C-4A6D-B9D8-092210B14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EA570-3BEA-41B7-86DE-6636F070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783C-AF20-4037-8042-5A844EDA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37098-EB3B-4D05-8DD9-00192BDE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7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D0A6-7B55-4F8E-9F66-777893AA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67506-148C-4215-A74A-7B4BF8703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028C3-7B59-4259-B794-CC20E541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AE104-1F85-4748-BEDF-62A5AB78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297B0-D7AD-423C-A942-15B053B9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1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4B01-F570-4F20-BAA3-9FD3B971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4A82D-B530-41C7-B72F-5244482B5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272DA-94E0-4175-A1A8-9004AC610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02073-33AA-4F58-9980-B5B24702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18DA2-9783-4C21-BC83-75832757E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664DE-BD4F-4234-BFAA-33744DD4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1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1B3E9-C468-42B4-95F1-F347BB4A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1D737-42BD-498F-9580-59FB735FB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22064-7B24-4D55-B491-5D1F75DA8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E8261-86F9-4C9A-AD67-85532A3D5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02D0E-ADC4-4C84-B190-FFBE6A810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968D2-160A-47B3-8A2E-22606389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10C72-9DCD-4FA3-A3C3-8F145656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861222-6DE6-4306-B562-111E1124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0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32DF-D935-48A0-B995-097483E2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BFCBD9-8D56-450B-AA6C-360400BD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25007-60DF-4A2F-BF4F-4FB701B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356B26-90F3-44B9-8D02-7321DC56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14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987B4-C9A0-4C4C-A1F5-8FC134AB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3FCA8-09B5-431F-988E-BF53697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0E6F8-D120-4ABB-8C6F-72A09D7E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6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E205-9E99-4130-91E3-B469CAC3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B0A8-3789-4233-A714-D55DB19F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BF76A-D3A0-4A4C-B862-D2F95C3CA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F0904-4DEE-40A5-AC3B-71093638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DAE35-D450-4A5A-9FBD-4FED65C1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9D79A-1C72-433B-9C62-4412F397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8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BAB2-911E-48AF-92CA-47300E8F8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B31D5-E2A9-415E-877F-5F7F78C76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8A093-A6CC-4CB3-A334-270B793FD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459A5-4E36-411D-826F-9086D809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C2953-1A96-4B19-B689-9B829403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7DB5A-AD7C-47DB-A93E-9C8202D78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1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84D1-FF08-4F5A-9834-0356C046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3F8A4-403E-4162-AECB-C0D8E2D04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50748-7356-46CE-9C8B-39045305E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52D06-A942-4A3C-95A4-7A054429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2B00B-CE39-4EAB-AB76-CBBA4CF4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0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6C809F-3BD7-4E4A-ACF2-853FF6D2A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91AF7-0565-4654-BF7C-BCFDD4CC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A1FC3-3613-4099-9EA3-C1B5BD10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C7D82-21E8-49AD-B222-9DC1990C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313DD-8C04-4CC5-8F1C-FCDCEC7F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3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D45DF-D084-4996-9FD7-D5242D4A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5B2B-3CBC-4309-ABE8-9C4E807C9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AEE33-95A1-4A31-9D2F-7713A13B0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6454F-ED37-4ABB-ABB4-3C9908A6025C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6A168-16BA-45F3-8704-44AACEBD0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52E5A-527A-4FAF-A9E2-6EAF0DDA3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DFD57-B559-4638-9713-99425622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5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19BE-BF55-4277-8791-F179A6E54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Windows Azure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A66A0-7E8D-40C5-8CD5-4E371B2F15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76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Windows Azure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Azure</dc:title>
  <dc:creator>#lambda</dc:creator>
  <cp:lastModifiedBy>#lambda</cp:lastModifiedBy>
  <cp:revision>1</cp:revision>
  <dcterms:created xsi:type="dcterms:W3CDTF">2019-12-09T11:54:40Z</dcterms:created>
  <dcterms:modified xsi:type="dcterms:W3CDTF">2019-12-09T11:55:09Z</dcterms:modified>
</cp:coreProperties>
</file>